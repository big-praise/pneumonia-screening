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54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project: an AI tool that screens chest X-rays for pneumonia, classifies them, and explains its decision visually. I'm Praise, group 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volume plus time pressure means subtle pneumonia gets missed. An automated first-pass flag with a visual explanation helps triage. Crucially, it supports the clinician, it doesn't replace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objectives: classify; prioritise recall because missing a sick patient is the costly error; explain via Grad-CAM; package into an app; and report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folder-labelled, not box-annotated, so this is correctly classification, not detection. We exclude subtypes, other scan types, and any actual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didn't just pick MobileNetV2 for speed — we benchmarked it against DenseNet121 and ResNet50 under identical conditions. It won on accuracy (91.3%), pneumonia recall (95.6%), and AUC (0.968), while being far smaller. ResNet50 underperformed because deep models need more epochs to converge with a frozen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~5,800 images at 224x224. We fixed a too-small validation set, augmented with rotation, brightness, zoom — NO horizontal flips because chest anatomy has a fixed orientation. Imbalance handled with class weights, not deleting data. MobileNetV2 transfer learning, 5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Headline. 90% accuracy, but recall matters most for screening. 96% pneumonia recall — caught 373 of 387, missed 14. Normal recall improved to 81 percent, meaning fewer false alarms (45). This is a deliberate trade-off versus the earlier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name our weaknesses first. Still flags some normal cases (81% recall). Dataset likely pediatric/single-source. The app runs on a temporary ngrok link, so it is not permanently hosted.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Grad-CAM and the app are already built. Remaining work: tune the decision threshold to rebalance recall; move from the temporary ngrok link to permanent hosting; add a batch triage view; and test other backbones like DenseNet on more diverse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a working tool at 90% accuracy and 96% pneumonia recall; Grad-CAM explainability and a live Streamlit app deployed via ngrok; and honest reporting of the trade-offs. It flags pneumonia, explains itself, and leaves the final call to the radiologist.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Screening from Chest X-Rays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49808" y="3886200"/>
            <a:ext cx="256032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Dual Explainability &amp; a Full-Stack Web App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•  NITDA Data Science Advanced (Machine Learning)  •  In collaboration with NCAIR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424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Okoli Praise Daniel (Group Leader)   •   </a:t>
            </a:r>
            <a:r>
              <a:rPr lang="en-US" sz="1150" dirty="0" err="1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Fatimat</a:t>
            </a:r>
            <a:r>
              <a:rPr lang="en-US" sz="115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Ismaila</a:t>
            </a:r>
            <a:r>
              <a:rPr lang="en-US" sz="115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(Assistant)   </a:t>
            </a:r>
            <a:r>
              <a:rPr lang="en-US" sz="115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Faruk Muhammed   •   Muhammad Abdulazeez   •   Sefinatu Abdulai   •   Kammaluchuckwu Amah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NEED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0E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X-ray volume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reviewing many chest X-rays can miss early or subtle pneumonia.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matters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301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acute care, turnaround time directly affects patient outcomes.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63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first-pass filter helps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04748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flag — with a visual a clinician can verify — speeds triage.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7432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decision-support tool — not a replacement for the radiologist's judgment.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276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 chest X-ray as NORMAL or PNEUMONIA.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237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recall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52374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real pneumonia — a missed case costs more than a false alarm.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92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19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4198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visible with a Grad-CAM heatmap over the lung.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88536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88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15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159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working review app — not just a notebook.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18464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84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honestly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real metrics and known limitations.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THE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0E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pneumonia vs normal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per prediction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 (Grad-CAM overlay)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Upload-and-review application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limitations &amp; dataset bias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/ bounding boxes (data is folder-labelled)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vs viral subtypes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modalities (CT, MRI, ultrasound)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 or treatment advice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MOBILENETV2 — CHOSEN ON EVIDENCE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benchmarked three CNNs under identical conditions. MobileNetV2 won on accuracy, recall, and AUC — and is the smallest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974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945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1783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1945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2194560"/>
            <a:ext cx="187452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208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2194560"/>
            <a:ext cx="20574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0" y="21945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 Recall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194560"/>
            <a:ext cx="16916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2194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761488"/>
            <a:ext cx="2697480" cy="566928"/>
          </a:xfrm>
          <a:prstGeom prst="rect">
            <a:avLst/>
          </a:prstGeom>
          <a:solidFill>
            <a:srgbClr val="1A6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76148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761488"/>
            <a:ext cx="1783080" cy="566928"/>
          </a:xfrm>
          <a:prstGeom prst="rect">
            <a:avLst/>
          </a:prstGeom>
          <a:solidFill>
            <a:srgbClr val="1A6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83280" y="27614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2761488"/>
            <a:ext cx="1874520" cy="566928"/>
          </a:xfrm>
          <a:prstGeom prst="rect">
            <a:avLst/>
          </a:prstGeom>
          <a:solidFill>
            <a:srgbClr val="1A6B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12080" y="2761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2761488"/>
            <a:ext cx="2057400" cy="566928"/>
          </a:xfrm>
          <a:prstGeom prst="rect">
            <a:avLst/>
          </a:prstGeom>
          <a:solidFill>
            <a:srgbClr val="1A6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27614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35440" y="2761488"/>
            <a:ext cx="1691640" cy="566928"/>
          </a:xfrm>
          <a:prstGeom prst="rect">
            <a:avLst/>
          </a:prstGeom>
          <a:solidFill>
            <a:srgbClr val="1A6B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27614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328416"/>
            <a:ext cx="269748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32841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328416"/>
            <a:ext cx="178308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332841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12080" y="3328416"/>
            <a:ext cx="187452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12080" y="3328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0" y="3328416"/>
            <a:ext cx="205740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0" y="33284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235440" y="3328416"/>
            <a:ext cx="169164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3284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895344"/>
            <a:ext cx="269748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389534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83280" y="3895344"/>
            <a:ext cx="178308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383280" y="389534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~23.5M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12080" y="3895344"/>
            <a:ext cx="187452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12080" y="389534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32320" y="3895344"/>
            <a:ext cx="205740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0" y="389534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235440" y="3895344"/>
            <a:ext cx="1691640" cy="566928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235440" y="38953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is simultaneously the lightest and the best-performing — ideal for web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~5,800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2 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size, batch 32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4,412 / 794 / 618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 / test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40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re-split, class weights for imbalance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5254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(rotate, brightness, zoom — no flips)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86460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864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864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3 CNNs: MobileNetV2 / DenseNet121 / ResNet50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376672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76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3766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LIME dual explainability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88873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888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8887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(Next.js + FastAPI), deployed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Recall On Pneumonia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95.6%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recall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2350008" cy="5394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66160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3566160"/>
            <a:ext cx="2350008" cy="5394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17520" y="3566160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NORMAL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3566160"/>
            <a:ext cx="2350008" cy="5394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3566160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PNEU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2350008" cy="5394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33088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NORMAL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4133088"/>
            <a:ext cx="2350008" cy="5394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17520" y="4133088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4960" y="4133088"/>
            <a:ext cx="2350008" cy="539496"/>
          </a:xfrm>
          <a:prstGeom prst="rect">
            <a:avLst/>
          </a:prstGeom>
          <a:solidFill>
            <a:srgbClr val="1A4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94960" y="4133088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700016"/>
            <a:ext cx="2350008" cy="5394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700016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PNEU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4700016"/>
            <a:ext cx="2350008" cy="539496"/>
          </a:xfrm>
          <a:prstGeom prst="rect">
            <a:avLst/>
          </a:prstGeom>
          <a:solidFill>
            <a:srgbClr val="1A4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17520" y="4700016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4960" y="4700016"/>
            <a:ext cx="2350008" cy="5394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94960" y="4700016"/>
            <a:ext cx="2350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correct. Only 17 pneumonia cases missed (of 387).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35661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A4A5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0100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matters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4114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won the benchmark: highest accuracy, recall, and AUC — while being the smallest model (~2.2M params vs 7M / 23.5M).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&amp; Limitations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65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on normal cases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682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recall on normal — some healthy patients are still flagged. The trade-off of tuning for pneumonia sensitivity.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4564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375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398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pediatric and single-hospital — may not generalise. We state this openly.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280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7091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shortcut learning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1114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showed heatmaps sometimes land outside the lungs — the model may use non-clinical cues. Our app flags this honestly; the fix is lung segmentation + diverse data.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FULL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shortcut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5877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segmentation before training so the model attends to pulmonary fields, not borders.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E3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+ multi-site data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5877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adult, multi-hospital cohorts to improve generalisation.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hosting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6908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the tunnel to managed cloud hosting (Cloud Run / HF Spaces).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E3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triage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46908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 ranking cases by urgency for emergency prioritisation.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explainable, deployed screening tool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(MobileNetV2): 91.3% accuracy, 95.6% recall, 0.968 AUC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explainability (Grad-CAM + LIME) + a deployed full-stack web app (Next.js/FastAPI)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— including a shortcut-learning finding surfaced by our own explainability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463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“Flags likely pneumonia, explains its reasoning, and respects the radiologist's final judgment.”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—  NITDA Data Science Advanced (ML)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Pneumonia Screening from Chest X-Rays</dc:title>
  <dc:subject>PptxGenJS Presentation</dc:subject>
  <dc:creator>Group 7</dc:creator>
  <cp:lastModifiedBy>kolz praiz</cp:lastModifiedBy>
  <cp:revision>2</cp:revision>
  <dcterms:created xsi:type="dcterms:W3CDTF">2026-10-07T13:33:42Z</dcterms:created>
  <dcterms:modified xsi:type="dcterms:W3CDTF">2026-10-07T14:14:47Z</dcterms:modified>
</cp:coreProperties>
</file>